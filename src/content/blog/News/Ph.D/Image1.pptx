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DCD17-EBE6-ECC8-254E-824CBC987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D4CD5A-91BF-7D2A-6F08-803909DE4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F9CC9A-77B3-B583-4606-9AA89B288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E8A9E0-449E-AF25-E4B4-2869E9FE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80931-F082-22D2-563A-0B0B045C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79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9083C-B6C2-F36B-5902-7B2F76B6C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138A1-2D3E-427B-628F-E88F677FD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09513-F8FA-1C6B-2D7E-AC933D6B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ABE43-5299-A175-35E0-C4055D6C9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AE633-1C5D-8F10-4F44-9080C926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97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91DD1-BC4C-EB8D-F769-466E16B3A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99B7C-B9C5-1EDF-9B3C-D47C99261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DBF2F-DD51-1D91-1AA8-97DE44BB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92DCB-4A40-936D-1C03-7CCC8401D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7F31F-9996-8BA8-E8EE-2FA64BC2F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431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4D1B2-7AE8-BDAE-9825-BE7A9257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A60019-3647-79A2-14FE-9CDB701BA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7108DB-1460-B5DC-2554-7A0ACB1F5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3A8B57-946C-E288-68C3-DE84ACE0B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C0EEF1-0FCA-E24A-0159-87B55E59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C0D6EF-818D-95C5-9834-DD2CB0A9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45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7DABF-71B4-F70E-560A-AB499423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ED91C7-9496-272A-54BF-46BAEDECA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59F9B1-6210-CD17-15D9-6578AD1F0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10E7BA-2350-7F84-2004-E557AEB38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4E237F-5246-22A9-3BA2-EAF24C620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055CD7-4E3F-77C1-D867-17963F2A1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435B45-06AE-4E4B-6A04-9EA95A0F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D7B214-3D06-BF2A-25AB-871436B6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83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3894DE-7AE5-EBF5-F115-EC3EA6C14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BBE7CF-90D1-A7CD-DD58-379C23896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F3C5D7-B795-7407-23DB-A0A4A99A8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4C92B7-7378-E68E-FBA6-618052D5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665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530B19A-3A8C-D318-C29E-35DC457E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3ED233-66E8-24AF-02F3-3001DF88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35C996-DBE0-810F-1BE0-33E9989E8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388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3D1FC-4755-F7A7-4FE7-EF8B62DA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6B9FE-FAB8-41B9-7A7B-0F041A290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FFA3252-145F-5D84-FA32-3BAFA77D9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4D83B0-2783-46D9-5213-F25817BAE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0A4A5F-AD44-1AB5-7B9D-FAC56D5D1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A02C9B-D3CA-59F4-7CCE-14C0AF867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6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E92A2-2D2F-4CA4-4B5B-BBF3C777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ACF61E-7306-9400-1770-41EAEA7E0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52AEA3-474B-1AFA-C7F9-C061C54BC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E91380-17CC-6045-5B57-1DB23A85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54173B-8704-8EE8-2AD3-B3E2A552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AC3FD6-FBB5-AF91-6F15-A815989D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26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0D67E2-401A-93B2-0A15-5C36C7AA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DFB2A6-AE3A-D093-B18D-BA028FF9A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520F92-D4A8-79F3-4EC3-88ACE97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BEA32E-31A6-5BE8-8FAF-837B0EA9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324F18-7167-448E-52D0-4152A672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856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7C6A3F-A3E2-9BE9-27D2-A4E5F470E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C2880A-5D92-AA5B-E36A-C78CE4741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797960-62BC-9BE2-B3FC-A5C22D6A9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37E337-A3E3-F540-A4D5-1008D788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210A9-D976-F71D-0470-0303A35F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84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98B00C-20E9-9710-D282-85FB96A7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0C4E16-1758-6261-47B4-A9CF3E3AA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A203B8-67D3-23F3-074D-7CBC04AFF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26C77-DD37-4945-AAC7-0B4C9E7745EA}" type="datetimeFigureOut">
              <a:rPr lang="ko-KR" altLang="en-US" smtClean="0"/>
              <a:t>2026-09-27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F816FB-FAB1-B7FA-B818-4ED0475B75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F3C9B4-93FF-D751-EEA0-51AA1071A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CDBB4-AABA-434E-98EF-A102FB07F2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66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3519445-30B9-2AF8-8A27-F89D275F5393}"/>
              </a:ext>
            </a:extLst>
          </p:cNvPr>
          <p:cNvGrpSpPr/>
          <p:nvPr/>
        </p:nvGrpSpPr>
        <p:grpSpPr>
          <a:xfrm>
            <a:off x="8467" y="347134"/>
            <a:ext cx="12183533" cy="5705524"/>
            <a:chOff x="-1211606" y="0"/>
            <a:chExt cx="14644523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92D4691-8A87-1698-9769-2EF866DAB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88883" y="0"/>
              <a:ext cx="4844034" cy="68580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8DD81EB-CE5C-9908-01CA-FB254B237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211606" y="0"/>
              <a:ext cx="4898898" cy="685800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D1239E9-713B-BDB8-4A29-B6F731574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82619" y="0"/>
              <a:ext cx="4953762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502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F399-C057-2E2C-9492-DD94AB415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ADCAEC55-6326-BFFC-E3A0-C4FDC365EC31}"/>
              </a:ext>
            </a:extLst>
          </p:cNvPr>
          <p:cNvGrpSpPr/>
          <p:nvPr/>
        </p:nvGrpSpPr>
        <p:grpSpPr>
          <a:xfrm>
            <a:off x="8467" y="347134"/>
            <a:ext cx="7999674" cy="5705524"/>
            <a:chOff x="-1211606" y="0"/>
            <a:chExt cx="9615545" cy="6858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5C27CFC-F54A-4583-BB09-0C14F6A87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9909" y="0"/>
              <a:ext cx="4844030" cy="68580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830CBBC-45B9-E8C4-7BA5-962F3C870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211606" y="0"/>
              <a:ext cx="4898898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9062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Yechan Kim</dc:creator>
  <cp:lastModifiedBy>Yechan Kim</cp:lastModifiedBy>
  <cp:revision>2</cp:revision>
  <dcterms:created xsi:type="dcterms:W3CDTF">2026-09-27T03:08:37Z</dcterms:created>
  <dcterms:modified xsi:type="dcterms:W3CDTF">2026-09-27T03:18:53Z</dcterms:modified>
</cp:coreProperties>
</file>